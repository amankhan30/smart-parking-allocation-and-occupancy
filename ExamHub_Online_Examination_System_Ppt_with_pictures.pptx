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556248" y="1527048"/>
            <a:ext cx="4992624" cy="293522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5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1005840"/>
            <a:ext cx="101498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315EFB"/>
                </a:solidFill>
              </a:defRPr>
            </a:pPr>
            <a:r>
              <a:t>ExamHub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72033"/>
                </a:solidFill>
              </a:defRPr>
            </a:pPr>
            <a:r>
              <a:t>Online Examination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697386"/>
                </a:solidFill>
              </a:defRPr>
            </a:pPr>
            <a:r>
              <a:t>Project Presentation • HTML, CSS &amp;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• </a:t>
            </a:r>
            <a:r>
              <a:rPr dirty="0" err="1"/>
              <a:t>ExamHub</a:t>
            </a:r>
            <a:r>
              <a:rPr dirty="0"/>
              <a:t> is a browser-based Online Examination System.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• The website starts with a student login page and opens the dashboard after successful login.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• Students can explore exams, take timed MCQ tests, submit answers and view results.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• An admin dashboard provides exam management and exam creation features.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• The implementation uses HTML, CSS and JavaScript.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2</a:t>
            </a:r>
          </a:p>
        </p:txBody>
      </p:sp>
      <p:pic>
        <p:nvPicPr>
          <p:cNvPr id="7" name="Picture 6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141" y="3543300"/>
            <a:ext cx="5400859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Provide a simple and user-friendly online examination interface.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Allow students to enter the exam area through a login screen.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Conduct timed multiple-choice examinations.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Calculate scores automatically after submission.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Store and display examination results in the browser.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Provide basic administration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3</a:t>
            </a:r>
          </a:p>
        </p:txBody>
      </p:sp>
      <p:pic>
        <p:nvPicPr>
          <p:cNvPr id="7" name="Picture 6" descr="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6000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3. Main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Login — username and password demo login.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Home — overview and featured exams.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Exams — available exams and start controls.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Exam — MCQs, timer and question navigation.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Results — score, date and status.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Admin — statistics, preview and create-exam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4. Login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The login screen is the first page shown to the user.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It contains Username and Password fields with a Login button.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Demo credentials: student / 1234.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Invalid credentials display an error message.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Successful login opens the main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5</a:t>
            </a:r>
          </a:p>
        </p:txBody>
      </p:sp>
      <p:pic>
        <p:nvPicPr>
          <p:cNvPr id="7" name="Picture 6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20" y="2313431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5. Student Examination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• 1. Login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lang="en-US" altLang="ja-JP" dirty="0"/>
              <a:t>        </a:t>
            </a:r>
            <a:r>
              <a:rPr lang="ja-JP" altLang="en-US" dirty="0"/>
              <a:t>↓</a:t>
            </a:r>
            <a:r>
              <a:rPr dirty="0"/>
              <a:t>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2. Explore Exams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lang="ja-JP" altLang="en-US" dirty="0"/>
              <a:t>        ↓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 3. Start Exam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lang="ja-JP" altLang="en-US" dirty="0"/>
              <a:t>        ↓</a:t>
            </a:r>
            <a:r>
              <a:rPr dirty="0"/>
              <a:t>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4. Answer MCQs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lang="ja-JP" altLang="en-US" dirty="0"/>
              <a:t>        ↓</a:t>
            </a:r>
            <a:r>
              <a:rPr dirty="0"/>
              <a:t>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5. Submit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lang="ja-JP" altLang="en-US" dirty="0"/>
              <a:t>       ↓</a:t>
            </a:r>
            <a:r>
              <a:rPr dirty="0"/>
              <a:t> </a:t>
            </a:r>
            <a:endParaRPr lang="en-IN" dirty="0"/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rPr dirty="0"/>
              <a:t>6. View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74519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6. Examination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Multiple-choice questions with four answer options.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Previous and Next navigation between questions.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Countdown timer based on exam duration.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Automatic submission when the timer reaches zero.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Automatic score and percentage calculation.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Results are saved in browser localStorage.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74519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7.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Displays total exams, students, question-bank count and completed tests.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Lists exam title, category, number of questions and duration.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Allows an administrator to preview an exam.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Includes a Create Exam form with title, category, questions, duration and description.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New exams are added dynamically to the front-end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585" y="3246119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8.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HTML5 — page structure and form elements.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CSS3 — layout, cards, responsive design and styling.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JavaScript — login, navigation, timer, scoring and dynamic rendering.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localStorage — browser-side storage of examination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9</a:t>
            </a:r>
          </a:p>
        </p:txBody>
      </p:sp>
      <p:pic>
        <p:nvPicPr>
          <p:cNvPr id="7" name="Picture 6" descr="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275" y="3246119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9. Sample Exams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Web Development — Computer Science — 5 questions — 5 minutes.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C Programming — Programming — 5 questions — 5 minutes.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Quantitative Aptitude — Aptitude — 5 questions — 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52" y="2811780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10. Benefits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Reduces manual effort in conducting basic online tests.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Provides instant score calculation.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Makes exam participation convenient through a browser.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Organizes student and admin functions.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Responsive layout supports desktop and smaller screens.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Can be extended into a full-stack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11</a:t>
            </a:r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392" y="3063240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11. 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Current login is a front-end demo without server-side authentication.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Exam data is stored in JavaScript rather than a central database.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Create Exam currently inserts sample questions.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Future versions can add registration, real admin authentication and a database.</a:t>
            </a:r>
          </a:p>
          <a:p>
            <a:pPr>
              <a:spcAft>
                <a:spcPts val="1300"/>
              </a:spcAft>
              <a:defRPr sz="1900">
                <a:solidFill>
                  <a:srgbClr val="172033"/>
                </a:solidFill>
              </a:defRPr>
            </a:pPr>
            <a:r>
              <a:t>• Further scope includes question-bank management, randomized questions, negative marking, reports and cloud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12</a:t>
            </a:r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566160"/>
            <a:ext cx="4617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830568" y="1801367"/>
            <a:ext cx="4764024" cy="288950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315EFB"/>
                </a:solidFill>
              </a:defRPr>
            </a:pPr>
            <a:r>
              <a:t>12.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2387" y="2560320"/>
            <a:ext cx="984897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172033"/>
                </a:solidFill>
              </a:defRPr>
            </a:pPr>
            <a:r>
              <a:rPr dirty="0" err="1"/>
              <a:t>ExamHub</a:t>
            </a:r>
            <a:r>
              <a:rPr dirty="0"/>
              <a:t> demonstrates an end-to-end front-end workflow for an Online Examination</a:t>
            </a:r>
            <a:endParaRPr lang="en-IN" dirty="0"/>
          </a:p>
          <a:p>
            <a:pPr algn="ctr">
              <a:defRPr sz="2100">
                <a:solidFill>
                  <a:srgbClr val="172033"/>
                </a:solidFill>
              </a:defRPr>
            </a:pPr>
            <a:r>
              <a:rPr dirty="0"/>
              <a:t> System — from login and exam selection to timed assessment, automatic scoring, results and basic administration.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0115" y="4965754"/>
            <a:ext cx="260141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B5CFF"/>
                </a:solidFill>
              </a:defRPr>
            </a:pPr>
            <a:r>
              <a:rPr sz="4400" dirty="0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355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D87"/>
                </a:solidFill>
              </a:defRPr>
            </a:pPr>
            <a:r>
              <a:t>ExamHub Visual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696</Words>
  <Application>Microsoft Office PowerPoint</Application>
  <PresentationFormat>Widescreen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DHANUSH</dc:creator>
  <cp:keywords/>
  <dc:description>generated using python-pptx</dc:description>
  <cp:lastModifiedBy>sai danush</cp:lastModifiedBy>
  <cp:revision>3</cp:revision>
  <dcterms:created xsi:type="dcterms:W3CDTF">2013-01-27T09:14:16Z</dcterms:created>
  <dcterms:modified xsi:type="dcterms:W3CDTF">2026-09-26T04:20:45Z</dcterms:modified>
  <cp:category/>
</cp:coreProperties>
</file>